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5d98919-57c4-deed-8d55-0abbc89f7b85}">
          <p14:sldIdLst>
            <p14:sldId id="256"/>
          </p14:sldIdLst>
        </p14:section>
        <p14:section name="The basics, no chess needed" id="{2add4a46-515f-4297-7ebb-01255e8913d6}">
          <p14:sldIdLst>
            <p14:sldId id="257"/>
            <p14:sldId id="258"/>
            <p14:sldId id="259"/>
            <p14:sldId id="260"/>
            <p14:sldId id="261"/>
            <p14:sldId id="262"/>
            <p14:sldId id="263"/>
          </p14:sldIdLst>
        </p14:section>
        <p14:section name="The questions" id="{3b432baf-40c8-393b-a572-003628e2f625}">
          <p14:sldIdLst>
            <p14:sldId id="264"/>
            <p14:sldId id="265"/>
          </p14:sldIdLst>
        </p14:section>
        <p14:section name="How it was measured" id="{c4e3f669-8ad9-86ea-3aea-2a46d07902d6}">
          <p14:sldIdLst>
            <p14:sldId id="266"/>
            <p14:sldId id="267"/>
            <p14:sldId id="268"/>
            <p14:sldId id="269"/>
            <p14:sldId id="270"/>
            <p14:sldId id="271"/>
            <p14:sldId id="272"/>
            <p14:sldId id="273"/>
            <p14:sldId id="274"/>
            <p14:sldId id="275"/>
          </p14:sldIdLst>
        </p14:section>
        <p14:section name="Results" id="{0598c06a-ef0f-69ae-d1d7-a0acd0256f23}">
          <p14:sldIdLst>
            <p14:sldId id="276"/>
            <p14:sldId id="277"/>
            <p14:sldId id="278"/>
            <p14:sldId id="279"/>
            <p14:sldId id="280"/>
          </p14:sldIdLst>
        </p14:section>
        <p14:section name="What it means" id="{b8175a2a-b9d3-0d3c-796f-09c1f6055983}">
          <p14:sldIdLst>
            <p14:sldId id="281"/>
            <p14:sldId id="282"/>
          </p14:sldIdLst>
        </p14:section>
        <p14:section name="Conclusions" id="{58742f77-0b33-63ee-5e1a-c3f29c66787c}">
          <p14:sldIdLst>
            <p14:sldId id="283"/>
          </p14:sldIdLst>
        </p14:section>
        <p14:section name="Backup" id="{f21fabd5-cacd-36af-81c1-1583a371a901}">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(100 cp = 1 pawn)</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 pawn is the smallest chess piece; 1 pawn = 100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+300 means White is about 3 pawns better</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memorised openings (Backus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000"/>
              </a:spcAft>
              <a:buNone/>
            </a:pPr>
            <a:r>
              <a:rPr lang="en-US" sz="1400" dirty="0">
                <a:solidFill>
                  <a:schemeClr val="tx1"/>
                </a:solidFill>
                <a:latin typeface="Arial" pitchFamily="34" charset="0"/>
                <a:ea typeface="Arial" pitchFamily="34" charset="-122"/>
                <a:cs typeface="Arial" pitchFamily="34" charset="-120"/>
              </a:rPr>
              <a:t>Backus, Cubel, Guid, Sanchez-Pages &amp; Lopez Manas (2023). Quantitative Economics, 14(1).</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Gee, Seese, Curley &amp; Ward (2025). arXiv:2503.21713.</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Guid &amp; Bratko (2006). ICGA Journal.</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Lichess open database (2026). database.lichess.org, CC0.</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2026-10-13T03:10:52Z</dcterms:created>
  <dcterms:modified xsi:type="dcterms:W3CDTF">2026-10-13T03:10:52Z</dcterms:modified>
</cp:coreProperties>
</file>